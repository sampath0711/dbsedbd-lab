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DATABASE SYSTEMS ENGINEERING AND DISTRIBUTED BACKEND DEVELOPMENT (25CS1302E)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Grievance Redressal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for Institutions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transparent, trackable, microservices-based platform for institutional grievance management.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178308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FastAPI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3246120"/>
            <a:ext cx="178308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SQL + MongoDB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3246120"/>
            <a:ext cx="178308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Kafka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3246120"/>
            <a:ext cx="178308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Docker + CI/CD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Section 10  ·  Team 06  ·  Y25 2026-27, Trimester 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2520090005  M S S M V Sampath      2520080064  M Susheel Rao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K L (Deemed to be)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PROBLEM &amp; OBJECTIVES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Manual Grievance Handling Fails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Complaints arrive through paper, email and phone with no tracking number, owner or deadline — so nobody can tell who is responsible, what the status is, or how urgent a case is.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659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 visibility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28600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Complainants cannot see status or progress.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87752" y="182880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2344" y="19659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Slow &amp; manual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52344" y="228600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Informal chains delay even first review.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26864" y="182880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91456" y="19659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Poor routing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91456" y="228600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Grievances reach the wrong department.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65976" y="182880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0568" y="19659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 accountability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30568" y="228600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No records to enforce ownership or timelines.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804672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tx2"/>
                </a:solidFill>
              </a:rPr>
              <a:t>OBJECTIVES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703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Secure submission by students, faculty and staff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Real-time tracking via unique tracking number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Automated categorization and priority-based assignment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3703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Event-driven status notifications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Role-based access control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Containerized microservices with CI/CD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PROPOSED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Smart, Scalable Platform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578608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6304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Real-time tracking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78308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Every grievance follows a defined status lifecycle from submission to resolution.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64408" y="1325880"/>
            <a:ext cx="2578608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6304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Auto-categorization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78308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Grievances are labelled and routed to the right department.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0176" y="1325880"/>
            <a:ext cx="2578608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4768" y="146304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Priority assignment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178308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Urgent issues surface ahead of routine ones.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2578608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1546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Notifications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47472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Users are alerted on every assignment and status change.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64408" y="3017520"/>
            <a:ext cx="2578608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31546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Role-based access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47472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Complainant, handler and admin each see only what they should.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0176" y="3017520"/>
            <a:ext cx="2578608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44768" y="31546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Smart search (optional)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44768" y="347472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Semantic search finds similar complaints to spot recurring issues.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Microservices + Event-Driven Design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554480" cy="23774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CLIENT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Web client / Swagger UI / Postman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REST + JWT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96596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Auth Service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Login, JWT, roles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196596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Grievance Service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Core logic, routing, tracking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0" y="2560320"/>
            <a:ext cx="196596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97480" y="2697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Notification Service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3063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Kafka consumer, alerts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560320"/>
            <a:ext cx="196596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697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Admin Service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063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Departments, stats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9440" y="1280160"/>
            <a:ext cx="1645920" cy="23774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1417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DATA LAYER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178308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SQL (PostgreSQL / MySQL)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users, roles, grievances, status history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MongoDB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comments, attachments, notification logs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804672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319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Apache Kafka: services publish events (grievance created, assigned, status changed) and consumers react independently, so a slow consumer never blocks the user request. Docker packages each service.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tx2"/>
                </a:solidFill>
              </a:rPr>
              <a:t>TECHNOLOGY STACK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and Frameworks Used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FastAPI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8288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Async REST backend with validation and auto Swagger/ReDoc docs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87752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52344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SQL + MongoDB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52344" y="18288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Polyglot persistence: structured and flexible 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26864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91456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JWT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8288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Token-based authentication and role authorization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65976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30568" y="15087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Apache Kafka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30568" y="18288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Asynchronous inter-service events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1089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Docker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34290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Consistent containerized deployment, one-command Compose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87752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52344" y="31089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CI/CD + GitHub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752344" y="34290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Automated tests and image builds on every push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26864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91456" y="31089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Postman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791456" y="34290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API testing and debugging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65976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30568" y="31089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REST APIs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30568" y="34290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Standard interface between services and clients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5720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Services own their data; REST for synchronous calls, Kafka for asynchronous events.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WORKFLOW &amp; TESTING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Grievance Lifecycle and Delivery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Submit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76272" y="137160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76272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Categorize &amp; prioritize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03904" y="137160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03904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Assign to department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31536" y="137160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31536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Update status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59168" y="137160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59168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Notify &amp; resolve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39319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69748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Testing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017520"/>
            <a:ext cx="3602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Postman API tests for every endpoint; integration tests across Auth, Grievance and Notification services; Swagger UI for live endpoint checks; role checks confirm complainants cannot reach admin APIs.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560320"/>
            <a:ext cx="39319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28032" y="269748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28032" y="3017520"/>
            <a:ext cx="3602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Each microservice is a Docker image; Docker Compose starts the whole stack (services, SQL, MongoDB, Kafka). A GitHub CI/CD pipeline runs tests and builds images on every push for repeatable releases.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tx2"/>
                </a:solidFill>
              </a:rPr>
              <a:t>FUTURE SCOPE &amp; CONCLUSION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More Accountable Institution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78608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087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Smarter classification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8288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Deeper ML and semantic search for similar complaints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64408" y="1371600"/>
            <a:ext cx="2578608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5087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Analytics dashboards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8288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Trends and slow departments for admins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0176" y="1371600"/>
            <a:ext cx="2578608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4768" y="15087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Multi-institution &amp; mobile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18288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Multi-campus tenancy and a native app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804672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8803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portal shows how modern databases, intelligent automation, microservices, event-driven messaging, containerization and DevOps combine into a scalable, accountable grievance system.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Questions and feedback are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ievance">
  <a:themeElements>
    <a:clrScheme name="Grievance">
      <a:dk1>
        <a:srgbClr val="1E2761"/>
      </a:dk1>
      <a:lt1>
        <a:srgbClr val="FFFFFF"/>
      </a:lt1>
      <a:dk2>
        <a:srgbClr val="CADCFC"/>
      </a:dk2>
      <a:lt2>
        <a:srgbClr val="F4F6FC"/>
      </a:lt2>
      <a:accent1>
        <a:srgbClr val="1E2761"/>
      </a:accent1>
      <a:accent2>
        <a:srgbClr val="3B5BDB"/>
      </a:accent2>
      <a:accent3>
        <a:srgbClr val="6B7280"/>
      </a:accent3>
      <a:accent4>
        <a:srgbClr val="CADCFC"/>
      </a:accent4>
      <a:accent5>
        <a:srgbClr val="0F766E"/>
      </a:accent5>
      <a:accent6>
        <a:srgbClr val="B45309"/>
      </a:accent6>
      <a:hlink>
        <a:srgbClr val="3B5BDB"/>
      </a:hlink>
      <a:folHlink>
        <a:srgbClr val="6B7280"/>
      </a:folHlink>
    </a:clrScheme>
    <a:fontScheme name="Grievan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2026-10-03T05:00:38Z</dcterms:created>
  <dcterms:modified xsi:type="dcterms:W3CDTF">2026-10-03T05:00:38Z</dcterms:modified>
</cp:coreProperties>
</file>