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3A89E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FB3C8"/>
                </a:solidFill>
              </a:rPr>
              <a:t>DATABASE SYSTEMS ENGINEERING &amp; DISTRIBUTED BACKEND DEVELOPMENT (25CS1302E)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Grievance Redressal Portal for Institutions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A centralized, transparent platform to submit, track and resolve grievances — built on FastAPI microservices, PostgreSQL + MongoDB, Kafka and Docker.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A524"/>
                </a:solidFill>
              </a:rPr>
              <a:t>Sec 10 | Team 06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A524"/>
                </a:solidFill>
              </a:rPr>
              <a:t>M S S M V Sampath (2520090005)   •   M Susheel Rao (2520080064)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A524"/>
                </a:solidFill>
              </a:rPr>
              <a:t>Koneru Lakshmaiah Education Foundation | Y25 – 2026-27 Trimester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grievance handling fails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</a:rPr>
              <a:t>Colleges and universities receive recurring complaints on academics, exams, hostels, infrastructure and administration — still handled through paper, email and verbal escalation.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No transparency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Students and staff cannot see where a complaint stands.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783080"/>
            <a:ext cx="320040" cy="3200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5780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Manual &amp; slow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240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Paper/email complaints cause long back-and-forth before review.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337560"/>
            <a:ext cx="320040" cy="3200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5156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Poor routing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Grievances reach the wrong department or get lost.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3337560"/>
            <a:ext cx="320040" cy="3200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578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No accountability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794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No priority, deadlines or audit trail to enforce resolution.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051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One centralized portal for academics, exams, hostel, infrastructure and admin grievances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11480" cy="41148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737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Real-time tracking with status notifications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" cy="41148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423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Automated categorization and priority-based assignment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54680"/>
            <a:ext cx="411480" cy="41148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108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Secure role-based access using JWT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7947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Scalable, containerized microservices with SQL + MongoDB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0B254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257800" y="118872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5A524"/>
                </a:solidFill>
              </a:rPr>
              <a:t>Proposed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Submit &amp; track with live status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Auto-categorize and prioritize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Event-driven notifications via Kafka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Semantic search for similar complaints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Academic doubts: students ask, faculty answer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Roles: Student • Faculty/Staff • Officer • Admin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2286000"/>
            <a:ext cx="1005840" cy="731520"/>
          </a:xfrm>
          <a:prstGeom prst="roundRect">
            <a:avLst>
              <a:gd name="adj" fmla="val 10000"/>
            </a:avLst>
          </a:prstGeom>
          <a:solidFill>
            <a:srgbClr val="5B6B7B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365760" y="228600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(Web UI / Postman)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219456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73736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 :8000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routing • rate-limit • JWT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051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5760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 :8001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051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DDE6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669280" y="1051560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2651760"/>
            <a:ext cx="548640" cy="-134874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1303020"/>
            <a:ext cx="457200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76479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657600" y="1764792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Grievance :8002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1764792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DDE6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669280" y="1764792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PostgreSQL + MongoDB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2651760"/>
            <a:ext cx="548640" cy="-635508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0" y="2016252"/>
            <a:ext cx="457200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0" y="247802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657600" y="2478024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 :8003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2478024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DDE6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69280" y="2478024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MongoDB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2651760"/>
            <a:ext cx="548640" cy="77724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12080" y="2729484"/>
            <a:ext cx="457200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19125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3657600" y="3191256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 :8004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3191256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DDE6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669280" y="3191256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2651760"/>
            <a:ext cx="548640" cy="790956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0" y="3442716"/>
            <a:ext cx="457200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0" y="390448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13A89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3657600" y="3904488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Doubt :8005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0" y="3904488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DDE6E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669280" y="3904488"/>
            <a:ext cx="1554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PostgreSQL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08960" y="2651760"/>
            <a:ext cx="548640" cy="1504188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12080" y="4155948"/>
            <a:ext cx="457200" cy="0"/>
          </a:xfrm>
          <a:prstGeom prst="line">
            <a:avLst/>
          </a:prstGeom>
          <a:noFill/>
          <a:ln w="12700">
            <a:solidFill>
              <a:srgbClr val="5B6B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2651760"/>
            <a:ext cx="36576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201168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F5A524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7498080" y="2011680"/>
            <a:ext cx="128016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Apache Kafka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grievance / auth / doubt events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Docker containers  •  REST APIs  •  GitHub Actions CI  •  Postman testing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design evolved: abstract →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Abstract (Phase 1)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Implementation (Review 2)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Architecture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Three-tier monolith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Six microservices behind an API gateway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Backend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Node.js + Express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Python FastAPI (async)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Database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MySQL only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PostgreSQL (relational) + MongoDB (flexible)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Auth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JWT middleware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JWT + role-based access + login rate limiting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Notifications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Direct alerts to client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Kafka events consumed by Notification Service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Deployment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Not specified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Docker Compose + CI/CD via GitHub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Frontend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React JS SPA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Web UI served through the gateway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Microservices and responsibilities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Gateway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Path routing, login throttling, health aggregation, request-ID propagation, serves the UI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Auth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Registration (students/faculty), login, JWT issuing, roles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Grievance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Submit, categorize, prioritize, track, timeline, similar-complaint search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Notification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Consumes Kafka events; stores and serves in-app notifications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Categories, department mapping, users, analytics and reports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Doubt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Academic Q&amp;A threads between students and faculty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Polyglot persistence: PostgreSQL + MongoDB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20040" cy="3200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Users &amp; roles, departments, grievances (status, priority), assignments, notification log. Integrity via keys and constraints.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34440"/>
            <a:ext cx="320040" cy="3200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5780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MongoDB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9164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Descriptions, attachment metadata, comments, status history &amp; audit events, classifier output. Flexible schema.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Key columns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users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user_id (PK), name, email, password_hash, role, dept_id (FK)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departments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dept_id (PK), name, head_id (FK → users)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grievances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grievance_id (PK), user_id, dept_id, category, title, priority, status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assignments / notifications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2545"/>
                          </a:solidFill>
                        </a:rPr>
                        <a:t>assigned_to (FK), grievance_id (FK), message, is_read</a:t>
                      </a:r>
                      <a:endParaRPr lang="en-US" sz="11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8</a:t>
            </a:r>
            <a:endParaRPr lang="en-US" sz="1000" dirty="0"/>
          </a:p>
        </p:txBody>
      </p:sp>
      <p:pic>
        <p:nvPicPr>
          <p:cNvPr id="4" name="Image 0" descr="/home/claude/img/ppt/media/image-1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005840"/>
            <a:ext cx="653796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implementation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0233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img/ppt/media/image-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52" y="1005840"/>
            <a:ext cx="2998615" cy="1600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Home page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09160" y="960120"/>
            <a:ext cx="40233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1" descr="/home/claude/img/ppt/media/image-8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732" y="1005840"/>
            <a:ext cx="3028217" cy="1600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754880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Login (Student access)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11480" y="2834640"/>
            <a:ext cx="40233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2" descr="/home/claude/img/ppt/media/image-8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42" y="2880360"/>
            <a:ext cx="2978236" cy="1600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7200" y="4526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Student dashboard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709160" y="2834640"/>
            <a:ext cx="402336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/home/claude/img/ppt/media/image-8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123" y="2880360"/>
            <a:ext cx="3007435" cy="1600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754880" y="45262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Admin console – case details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 implemented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microservices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databases: SQL + NoSQL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automated tests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10058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3A8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737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</a:rPr>
              <a:t>Kafka event topics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14600"/>
            <a:ext cx="320040" cy="3200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Auto-classification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Keyword classifier tags category and priority, then routes to the right department.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514600"/>
            <a:ext cx="320040" cy="3200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2468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Similar-complaint search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Finds related grievances to reduce duplicates.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5156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Timeline &amp; audit trail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Every status change is logged in MongoDB.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63440" y="361188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794760"/>
            <a:ext cx="320040" cy="3200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257800" y="3749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Secure gateway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4251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JWT roles, login rate-limit, internal routes never exposed.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and challenges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Grievance Redressal Portal  |  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Abstract, requirements, DB &amp; ER design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FastAPI services + JWT auth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Kafka events, Docker Compose, CI workflow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Postman collection and test suite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Done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Frontend–API polish, analytics, SLA rules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Planned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1280160"/>
            <a:ext cx="320040" cy="320040"/>
          </a:xfrm>
          <a:prstGeom prst="ellipse">
            <a:avLst/>
          </a:prstGeom>
          <a:solidFill>
            <a:srgbClr val="13A8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532120" y="1234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Design challenges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17373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SQL vs MongoDB data split; designing Kafka events between services.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937760" y="2834640"/>
            <a:ext cx="3749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3017520"/>
            <a:ext cx="320040" cy="320040"/>
          </a:xfrm>
          <a:prstGeom prst="ellipse">
            <a:avLst/>
          </a:prstGeom>
          <a:solidFill>
            <a:srgbClr val="F5A5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532120" y="2971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Engineering challenges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3474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</a:rPr>
              <a:t>JWT + RBAC across services; Docker networking and consistent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and 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8"/>
                </a:solidFill>
              </a:rPr>
              <a:t>Grievance Redressal Portal  |  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635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AI sentiment &amp; root-cause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635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2900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Analytics dashboard, SLA &amp; escalation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635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63640" y="10972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Multi-institution support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635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Chatbot-assisted filing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0116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635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290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Mobile app &amp; push notifications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01168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1635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Immutable audit &amp; compliance logs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The portal replaces manual complaints with a transparent, trackable and accountable system — combining SQL + MongoDB, FastAPI microservices, Kafka, Docker and CI/CD into a scalable solution for institutions.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5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| 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2026-10-03T08:45:08Z</dcterms:created>
  <dcterms:modified xsi:type="dcterms:W3CDTF">2026-10-03T08:45:08Z</dcterms:modified>
</cp:coreProperties>
</file>