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4114800" cy="4114800"/>
          </a:xfrm>
          <a:prstGeom prst="ellipse">
            <a:avLst/>
          </a:prstGeom>
          <a:solidFill>
            <a:srgbClr val="2A9D8F">
              <a:alpha val="40000"/>
            </a:srgbClr>
          </a:solidFill>
          <a:ln w="1270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Grievance Redressal Portal for Institutions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10  |  Team 06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S M V Sampath (2520090005)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Susheel Rao (2520080064)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 |  Y25 – 2026-27 Trimester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grievance handling in institutions is manual, slow and opaque.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staff cannot see where a complaint stands.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Paper/email complaints and lengthy back-and-forth.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routing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66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Grievances reach the wrong department or get lost.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566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priority, deadlines or audit trail for resolution.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058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 centralized portal to submit grievances on academics, exams, hostels, infrastructure and administration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37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tracking with status notifications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68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categorization and priority-based assignment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00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access using JWT authentication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scalable, containerized microservices backend with SQL + MongoDB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centralized, technology-driven grievance platform for students, faculty and staff.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Track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submission with real-time status tracking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6459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1031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categorization and priority-based assignment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031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status notifications via Kafka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6459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1031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to find similar complaints (optional AI)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Student  •  Faculty/Staff  •  Department Officer  •  Admin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UI)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20116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JWT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2423160"/>
            <a:ext cx="4572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23360" y="10058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3474720" y="1325880"/>
            <a:ext cx="548640" cy="10972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187452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187452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3474720" y="2194560"/>
            <a:ext cx="548640" cy="2286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23360" y="27432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2423160"/>
            <a:ext cx="548640" cy="6400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23360" y="36118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Service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2423160"/>
            <a:ext cx="548640" cy="15087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1737360"/>
            <a:ext cx="1097280" cy="128016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1737360"/>
            <a:ext cx="109728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1325880"/>
            <a:ext cx="548640" cy="10515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760720" y="2194560"/>
            <a:ext cx="548640" cy="1828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5760720" y="2377440"/>
            <a:ext cx="548640" cy="6858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5760720" y="2377440"/>
            <a:ext cx="548640" cy="15544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0" y="137160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0" y="137160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265176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0" y="265176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flipV="1">
            <a:off x="7406640" y="1737360"/>
            <a:ext cx="365760" cy="4572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06640" y="2560320"/>
            <a:ext cx="365760" cy="4572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 •  REST APIs  •  CI/CD pipeline (GitHub)  •  Postman testing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/ Functionalities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JWT, roles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Management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54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categorize, prioritize, track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Routing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554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department / officer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alerts via Kafka events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departments, 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Classification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Similar-complaint search, AI classify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 w="12700">
            <a:solidFill>
              <a:srgbClr val="C5C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1691640" cy="2286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00200"/>
            <a:ext cx="1005840" cy="822960"/>
          </a:xfrm>
          <a:prstGeom prst="rect">
            <a:avLst/>
          </a:prstGeom>
          <a:solidFill>
            <a:srgbClr val="D8DEE4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600200"/>
            <a:ext cx="59436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560320"/>
            <a:ext cx="169164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375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about, "Submit grievance" and "Track" buttons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 w="12700">
            <a:solidFill>
              <a:srgbClr val="C5CC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234440"/>
            <a:ext cx="1691640" cy="2286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600200"/>
            <a:ext cx="1005840" cy="822960"/>
          </a:xfrm>
          <a:prstGeom prst="rect">
            <a:avLst/>
          </a:prstGeom>
          <a:solidFill>
            <a:srgbClr val="D8DEE4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1600200"/>
            <a:ext cx="59436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2560320"/>
            <a:ext cx="169164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33375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login, student/staff signup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 w="12700">
            <a:solidFill>
              <a:srgbClr val="C5CC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234440"/>
            <a:ext cx="1691640" cy="2286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600200"/>
            <a:ext cx="1005840" cy="822960"/>
          </a:xfrm>
          <a:prstGeom prst="rect">
            <a:avLst/>
          </a:prstGeom>
          <a:solidFill>
            <a:srgbClr val="D8DEE4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600200"/>
            <a:ext cx="59436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560320"/>
            <a:ext cx="169164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3375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form: category, description, attachment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10972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 w="12700">
            <a:solidFill>
              <a:srgbClr val="C5CC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234440"/>
            <a:ext cx="1691640" cy="2286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1600200"/>
            <a:ext cx="1005840" cy="822960"/>
          </a:xfrm>
          <a:prstGeom prst="rect">
            <a:avLst/>
          </a:prstGeom>
          <a:solidFill>
            <a:srgbClr val="D8DEE4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1600200"/>
            <a:ext cx="59436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2560320"/>
            <a:ext cx="169164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3375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cards, grievance list, filters, notifications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Implementation – Screenshots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8</a:t>
            </a:r>
            <a:endParaRPr lang="en-US" sz="1000" dirty="0"/>
          </a:p>
        </p:txBody>
      </p:sp>
      <p:pic>
        <p:nvPicPr>
          <p:cNvPr id="4" name="Image 0" descr="/mnt/user-data/uploads/1790843462784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005840"/>
            <a:ext cx="3017520" cy="16093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17320" y="1005840"/>
            <a:ext cx="3017520" cy="1609344"/>
          </a:xfrm>
          <a:prstGeom prst="rect">
            <a:avLst/>
          </a:prstGeom>
          <a:ln w="9525">
            <a:solidFill>
              <a:srgbClr val="AAB3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17320" y="26426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00" dirty="0"/>
          </a:p>
        </p:txBody>
      </p:sp>
      <p:pic>
        <p:nvPicPr>
          <p:cNvPr id="7" name="Image 1" descr="/mnt/user-data/uploads/1790843531316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05840"/>
            <a:ext cx="3017520" cy="16093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09160" y="1005840"/>
            <a:ext cx="3017520" cy="1609344"/>
          </a:xfrm>
          <a:prstGeom prst="rect">
            <a:avLst/>
          </a:prstGeom>
          <a:ln w="9525">
            <a:solidFill>
              <a:srgbClr val="AAB3B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09160" y="26426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(Student access)</a:t>
            </a:r>
            <a:endParaRPr lang="en-US" sz="1100" dirty="0"/>
          </a:p>
        </p:txBody>
      </p:sp>
      <p:pic>
        <p:nvPicPr>
          <p:cNvPr id="10" name="Image 2" descr="/mnt/user-data/uploads/1790843550842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3017520" cy="16093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417320" y="2926080"/>
            <a:ext cx="3017520" cy="1609344"/>
          </a:xfrm>
          <a:prstGeom prst="rect">
            <a:avLst/>
          </a:prstGeom>
          <a:ln w="9525">
            <a:solidFill>
              <a:srgbClr val="AAB3B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417320" y="45628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pic>
        <p:nvPicPr>
          <p:cNvPr id="13" name="Image 3" descr="/mnt/user-data/uploads/1790843571174_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26080"/>
            <a:ext cx="3017520" cy="16093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709160" y="2926080"/>
            <a:ext cx="3017520" cy="1609344"/>
          </a:xfrm>
          <a:prstGeom prst="rect">
            <a:avLst/>
          </a:prstGeom>
          <a:ln w="9525">
            <a:solidFill>
              <a:srgbClr val="AAB3BC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709160" y="45628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– case details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(Relational)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transactional data: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and roles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Grievances (status, priority)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 log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integrity via keys and constraints.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5544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semi-structured data: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Grievance descriptions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Attachments metadata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Comments / discussion thread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history &amp; audit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Classification tags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flexibility for evolving fields.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10</a:t>
            </a:r>
            <a:endParaRPr lang="en-US" sz="1000" dirty="0"/>
          </a:p>
        </p:txBody>
      </p:sp>
      <p:pic>
        <p:nvPicPr>
          <p:cNvPr id="4" name="Image 0" descr="/mnt/user-data/upload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60120"/>
            <a:ext cx="6858000" cy="37407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 / Schema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name, email, password_hash, role, dept_id (FK)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 (PK), name, head_id (FK→users)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grievances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grievance_id (PK), user_id (FK), dept_id (FK), category, title, priority, status, created_at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assignment_id (PK), grievance_id (FK), assigned_to (FK), assigned_at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notif_id (PK), user_id (FK), grievance_id (FK), message, is_read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MongoDB: grievance_details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grievance_id, description, attachments[], comments[], history[]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Database Records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1371600"/>
                <a:gridCol w="2834640"/>
                <a:gridCol w="91440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Revaluation result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G-1002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supply issue in Block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G-1003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Projector not working in Lab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G-1004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reimbursement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G-1005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Timetable clash for elective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requirements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207008"/>
            <a:ext cx="1463040" cy="329184"/>
          </a:xfrm>
          <a:prstGeom prst="roundRect">
            <a:avLst>
              <a:gd name="adj" fmla="val 41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0" y="12070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ER diagram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0" y="1892808"/>
            <a:ext cx="1463040" cy="329184"/>
          </a:xfrm>
          <a:prstGeom prst="roundRect">
            <a:avLst>
              <a:gd name="adj" fmla="val 41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18928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68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(home, login, forms, dashboard)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0" y="2578608"/>
            <a:ext cx="1463040" cy="329184"/>
          </a:xfrm>
          <a:prstGeom prst="roundRect">
            <a:avLst>
              <a:gd name="adj" fmla="val 41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25786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JWT auth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40880" y="3264408"/>
            <a:ext cx="1463040" cy="329184"/>
          </a:xfrm>
          <a:prstGeom prst="roundRect">
            <a:avLst>
              <a:gd name="adj" fmla="val 41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32644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840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Docker, CI/CD integration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40880" y="3950208"/>
            <a:ext cx="1463040" cy="329184"/>
          </a:xfrm>
          <a:prstGeom prst="roundRect">
            <a:avLst>
              <a:gd name="adj" fmla="val 41667"/>
            </a:avLst>
          </a:prstGeom>
          <a:solidFill>
            <a:srgbClr val="AAB3BC"/>
          </a:solidFill>
          <a:ln w="12700">
            <a:solidFill>
              <a:srgbClr val="AAB3B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3950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/ Issues Faced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SQL vs MongoDB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which data belongs in which store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communication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554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Kafka events between microservices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108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and role-based access control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108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networking and consistent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Portal  | 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microservices and connect frontend to APIs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Kafka notifications (email / in-app)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classification and semantic search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154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with automated tests and Docker deployment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840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and SLA/escalation rules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replaces manual complaints with a transparent, trackable and accountable system — combining SQL + MongoDB, FastAPI, microservices, Kafka, Docker and CI/CD into a scalable solution for institutions.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2026-10-01T08:33:17Z</dcterms:created>
  <dcterms:modified xsi:type="dcterms:W3CDTF">2026-10-01T08:33:17Z</dcterms:modified>
</cp:coreProperties>
</file>